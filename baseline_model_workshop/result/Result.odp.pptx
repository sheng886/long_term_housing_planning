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72F5-AC4F-80F4-78BA-8CC17565C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CBDCA-94E5-C8FC-19C1-3611A0056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B6E8F-1650-4975-11D2-B97B8DD6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6B102-161D-A0D2-E0FC-05EE5660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D3FAD-0A2A-DD55-6B65-B59F4013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2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D833-3FE3-6C74-0FB0-5AA6A4B9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44C7-042C-90AC-85D6-A8061592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4421-0935-8B2A-A9DD-2E4C17F4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8B519-D7DC-1295-2FE0-B503B480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3C86-CFEA-C093-B923-66BC7CFA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7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F6B0-E9CB-E4A6-C2EB-6100F9AC7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85E02-0B76-AD0B-91B1-FC7953795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C303D-C0E3-C50B-9654-9873566F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DF64E-61A4-D0AC-7959-3C604155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DE1D-2AF3-932B-E2F1-18BA0325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2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C648-697D-52EC-6DA9-F66EE5C3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293E7-1D6C-1691-BDFF-129331991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6ADE8-C718-06AE-AC54-94EFEFCA5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5664D-46EE-AE3A-691D-97271C43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30755-B28F-6170-CF74-D1C46EFA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BC08A-6C75-3A93-5431-B09A42DC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1BE4-1E47-CF63-7C5A-B44472C05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66E75-9E93-2DB7-2E66-4973FAEB1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0951B-BE45-987C-15C9-764B57733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0C502-DFD3-875D-1079-CD4F49A25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0789C-1312-0804-7EDC-622C8767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A2295-DE53-6AE9-2DB4-B5393CEE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FBAE8-FA9D-BDC0-9D18-87A1DAD0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FA969C-9C34-BCCF-D2E2-11631A9BA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5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1704-E8CF-3B06-B139-A991E0F9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FDC56-94AD-BB45-29EE-46972D24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2A12C-4831-0DE3-3EF2-DEFA8F38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74D4B-CF1A-DA0F-DD6F-FD8B70EA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701E4-B304-4C9C-D909-5C908F98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4C1DC-FEDB-6611-EDA9-5FFBD315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78B8F-E924-4A9A-F078-95A33B29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7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6298-C2CD-C01B-5FB1-63FD3C865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EC78-40FF-0EF7-F745-50C01384D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34F09-4934-8130-B67F-7A8B8D733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05D46-3DCB-2347-BC99-BD211F68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FCEBB-2AA7-3F6B-658D-74F5F686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51CA3-5979-3CAD-D036-485E0991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7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5348-5B1E-76DD-E9FA-2339BCB1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60019-ECBF-6AA2-528D-AA8949F65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68E37-CAD7-0CCE-9352-A248ABCA6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4CF9F-05F6-B614-CEFF-DC0D661F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A9B29-8489-3FE7-BE9A-3438C6CE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6490E-1662-7424-2299-BA401207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6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FC30-64F9-747F-8A92-B3A1ABDC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0BCC1-C68D-5352-230F-8E5C73B98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5FB5-E305-1BCC-0156-96CB22CDE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B39F6-1B92-637D-3352-8A62E492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696D-7F86-62B5-C131-61A3A904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6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0FFD0-0A37-A75C-76E7-30806EF0B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A9498-25A6-2ACA-FBA0-926225A84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CAE4-4FD1-15CC-AF04-1359190A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D5D6A-FE92-398F-AC41-40586DA8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2E6A9-4637-5CD8-7812-4519F09F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0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25E53-AE68-151D-FF15-127992B2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3B86E-3784-4848-FC90-39746CD55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25DFA-F211-5D33-E89C-BA8CBD505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8731D-B604-4AE8-9DC1-2C679F084D33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AA359-CABD-054F-A431-9097840DA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FE147-5E97-6376-2527-E3A51616A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EDB5-EAEC-49DC-B711-C7348AF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0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dnr.sc.gov/climate/sco/hurricanes/pdfs/SCHurricanesExecutiveSummary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dpulse.nimhd.nih.gov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294E-F81D-D945-9346-A95B4D50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Demand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2DC7-3731-74A5-06A7-72B6D2B2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351338"/>
          </a:xfrm>
        </p:spPr>
        <p:txBody>
          <a:bodyPr>
            <a:normAutofit/>
          </a:bodyPr>
          <a:lstStyle/>
          <a:p>
            <a:r>
              <a:rPr lang="en-US" sz="2000" kern="1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Adish</a:t>
            </a:r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provides 10 scenarios data in tract-level (the following is a table for 1 scenario). </a:t>
            </a: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 assume the demand distribution follows the Normal Distribution (using sample avg and sample std as parameters). While the realization is less than 0, set it to be 0. (Using </a:t>
            </a:r>
            <a:r>
              <a:rPr lang="en-US" sz="2000" kern="1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short_term_household</a:t>
            </a:r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+ </a:t>
            </a:r>
            <a:r>
              <a:rPr lang="en-US" sz="2000" kern="1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long_term_househould</a:t>
            </a:r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9F426-5872-A78E-1AE5-7E6C7118B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0" y="2420502"/>
            <a:ext cx="11519674" cy="171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2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E524-4805-8554-5493-0FE7E969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Demand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D526-95AC-EAD8-C9B0-CBFDE8BE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For each month, we treat the number of hurricanes happening in a month as a Poisson distribution, and the mean parameter as number of tract go through SC from 1851.</a:t>
            </a:r>
            <a:b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ref: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20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  <a:hlinkClick r:id="rId2"/>
              </a:rPr>
              <a:t>://www.dnr.sc.gov/climate/sco/hurricanes/pdfs/SCHurricanesExecutiveSummary.pdf</a:t>
            </a:r>
            <a:r>
              <a:rPr lang="en-US" sz="20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74218-91B0-24CE-14D5-4691D50D1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0801"/>
            <a:ext cx="5165849" cy="295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828C-D56E-7E20-27F7-50FA6350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Demand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38352-1F48-644C-41DD-685B21CB8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Household Type:</a:t>
            </a:r>
          </a:p>
          <a:p>
            <a:pPr lvl="1"/>
            <a:r>
              <a:rPr lang="en-US" sz="16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Attributes</a:t>
            </a:r>
          </a:p>
          <a:p>
            <a:pPr lvl="2"/>
            <a:r>
              <a:rPr lang="en-US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Couple/Single</a:t>
            </a:r>
          </a:p>
          <a:p>
            <a:pPr lvl="2"/>
            <a:r>
              <a:rPr lang="en-US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w/o Children under 18yr</a:t>
            </a:r>
          </a:p>
          <a:p>
            <a:pPr lvl="2"/>
            <a:r>
              <a:rPr lang="en-US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Ages 65 </a:t>
            </a:r>
          </a:p>
          <a:p>
            <a:pPr lvl="2"/>
            <a:r>
              <a:rPr lang="en-US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Household under Poverty Level </a:t>
            </a:r>
          </a:p>
          <a:p>
            <a:endParaRPr lang="en-US" sz="20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percentage structure of attributes 1,2,3 in each county can be found in [2]. The organized data can be found in excel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Household_structure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. Each column is defined by:</a:t>
            </a: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percentage of attribute 4 can be found in [1].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73B0E-55EA-60F8-E2B9-AB439004298E}"/>
              </a:ext>
            </a:extLst>
          </p:cNvPr>
          <p:cNvSpPr txBox="1"/>
          <p:nvPr/>
        </p:nvSpPr>
        <p:spPr>
          <a:xfrm>
            <a:off x="4591049" y="850743"/>
            <a:ext cx="7391401" cy="974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[1] Poverty Level</a:t>
            </a:r>
            <a:b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</a:br>
            <a:r>
              <a:rPr lang="en-US" sz="900" kern="1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HDPulse</a:t>
            </a:r>
            <a: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: An Ecosystem of Minority Health and Health Disparities Resources. National Institute on Minority Health and Health Disparities. Created 4/8/2024. Available from </a:t>
            </a:r>
            <a: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https://hdpulse.nimhd.nih.gov</a:t>
            </a:r>
            <a:endParaRPr lang="en-US" sz="900" kern="1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[2] Household Structure</a:t>
            </a:r>
            <a:b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</a:br>
            <a:r>
              <a:rPr lang="en-US" sz="9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U.S. Census Bureau. "Selected Social Characteristics in the United States." American Community Survey, ACS 5-Year Estimates Data Profiles, Table DP02, 2022, https://data.census.gov/table/ACSDP5Y2022.DP02?q=family&amp;g=040XX00US45,45$0500000&amp;moe=false&amp;tp=false. Accessed on April 8, 2024.</a:t>
            </a:r>
          </a:p>
        </p:txBody>
      </p:sp>
    </p:spTree>
    <p:extLst>
      <p:ext uri="{BB962C8B-B14F-4D97-AF65-F5344CB8AC3E}">
        <p14:creationId xmlns:p14="http://schemas.microsoft.com/office/powerpoint/2010/main" val="407430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9852-1C36-F86B-997D-00581120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52AB9-A226-2631-6D12-A88A060D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1312018"/>
          </a:xfrm>
          <a:prstGeom prst="rect">
            <a:avLst/>
          </a:prstGeom>
        </p:spPr>
      </p:pic>
      <p:pic>
        <p:nvPicPr>
          <p:cNvPr id="7" name="Picture 6" descr="A graph showing a number of points&#10;&#10;Description automatically generated">
            <a:extLst>
              <a:ext uri="{FF2B5EF4-FFF2-40B4-BE49-F238E27FC236}">
                <a16:creationId xmlns:a16="http://schemas.microsoft.com/office/drawing/2014/main" id="{04359190-8D92-EBF3-A78B-4DAC39214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267" y="3429000"/>
            <a:ext cx="3809066" cy="2349501"/>
          </a:xfrm>
          <a:prstGeom prst="rect">
            <a:avLst/>
          </a:prstGeom>
        </p:spPr>
      </p:pic>
      <p:pic>
        <p:nvPicPr>
          <p:cNvPr id="9" name="Picture 8" descr="A graph showing a number of points&#10;&#10;Description automatically generated">
            <a:extLst>
              <a:ext uri="{FF2B5EF4-FFF2-40B4-BE49-F238E27FC236}">
                <a16:creationId xmlns:a16="http://schemas.microsoft.com/office/drawing/2014/main" id="{6DFCC021-3F3A-669B-631C-50D63675C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3429000"/>
            <a:ext cx="3809066" cy="2349501"/>
          </a:xfrm>
          <a:prstGeom prst="rect">
            <a:avLst/>
          </a:prstGeom>
        </p:spPr>
      </p:pic>
      <p:pic>
        <p:nvPicPr>
          <p:cNvPr id="11" name="Picture 10" descr="A graph showing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EE5B6D09-9C40-1AD0-90BC-5E5566548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333" y="3429000"/>
            <a:ext cx="3809066" cy="23495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0F01DF-1DB8-EC0E-5EF5-EAEB4C7D8724}"/>
              </a:ext>
            </a:extLst>
          </p:cNvPr>
          <p:cNvSpPr txBox="1"/>
          <p:nvPr/>
        </p:nvSpPr>
        <p:spPr>
          <a:xfrm>
            <a:off x="0" y="1321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Unmet_Shortage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16CB8-9E84-98B0-ED71-42676BEA0B03}"/>
              </a:ext>
            </a:extLst>
          </p:cNvPr>
          <p:cNvSpPr txBox="1"/>
          <p:nvPr/>
        </p:nvSpPr>
        <p:spPr>
          <a:xfrm>
            <a:off x="1270000" y="5802856"/>
            <a:ext cx="1490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Factor: 0.2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A00AAC-0C5C-310D-F5FD-8147EF2A034A}"/>
              </a:ext>
            </a:extLst>
          </p:cNvPr>
          <p:cNvSpPr txBox="1"/>
          <p:nvPr/>
        </p:nvSpPr>
        <p:spPr>
          <a:xfrm>
            <a:off x="5350933" y="5835463"/>
            <a:ext cx="1490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Factor: 1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A91F18-6DD9-B602-4028-5EFEBB7F4D72}"/>
              </a:ext>
            </a:extLst>
          </p:cNvPr>
          <p:cNvSpPr txBox="1"/>
          <p:nvPr/>
        </p:nvSpPr>
        <p:spPr>
          <a:xfrm>
            <a:off x="9431866" y="5835463"/>
            <a:ext cx="1490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Factor: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9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320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Demand </vt:lpstr>
      <vt:lpstr>Demand </vt:lpstr>
      <vt:lpstr>Demand </vt:lpstr>
      <vt:lpstr>Result</vt:lpstr>
    </vt:vector>
  </TitlesOfParts>
  <Company>Clemson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</dc:title>
  <dc:creator>Sheng Yin Chen</dc:creator>
  <cp:lastModifiedBy>Sheng Yin Chen</cp:lastModifiedBy>
  <cp:revision>3</cp:revision>
  <dcterms:created xsi:type="dcterms:W3CDTF">2024-04-10T17:57:46Z</dcterms:created>
  <dcterms:modified xsi:type="dcterms:W3CDTF">2024-04-10T18:14:30Z</dcterms:modified>
</cp:coreProperties>
</file>